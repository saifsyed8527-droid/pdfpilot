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365D"/>
                </a:solidFill>
              </a:rPr>
              <a:t>PDFPilot Slide 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Amber otter presentation test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286000" cy="914400"/>
          </a:xfrm>
          <a:prstGeom prst="rect">
            <a:avLst/>
          </a:prstGeom>
          <a:solidFill>
            <a:srgbClr val="EE3344"/>
          </a:solidFill>
          <a:ln w="12700">
            <a:solidFill>
              <a:srgbClr val="EE334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365D"/>
                </a:solidFill>
              </a:rPr>
              <a:t>PDFPilot Slide Two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Indigo lantern follows the otter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828800" cy="1828800"/>
          </a:xfrm>
          <a:prstGeom prst="ellipse">
            <a:avLst/>
          </a:prstGeom>
          <a:solidFill>
            <a:srgbClr val="33AA66"/>
          </a:solidFill>
          <a:ln w="12700">
            <a:solidFill>
              <a:srgbClr val="33AA6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2026-09-30T20:46:16Z</dcterms:created>
  <dcterms:modified xsi:type="dcterms:W3CDTF">2026-09-30T20:46:16Z</dcterms:modified>
</cp:coreProperties>
</file>