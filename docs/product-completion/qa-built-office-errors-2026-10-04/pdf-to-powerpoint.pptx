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5080000" cy="6350000"/>
  <p:notesSz cx="6350000" cy="508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35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6000"/>
            <a:ext cx="2230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>
                    <a:alpha val="0"/>
                  </a:srgbClr>
                </a:solidFill>
              </a:rPr>
              <a:t>ALPHA PAGE ONE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80000" cy="635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16000"/>
            <a:ext cx="2272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>
                    <a:alpha val="0"/>
                  </a:srgbClr>
                </a:solidFill>
              </a:rPr>
              <a:t>ALPHA PAGE TWO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 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alpha.pdf</dc:title>
  <dc:subject>Converted from PDF</dc:subject>
  <dc:creator>PDF Pilot</dc:creator>
  <cp:lastModifiedBy>PDF Pilot</cp:lastModifiedBy>
  <cp:revision>1</cp:revision>
  <dcterms:created xsi:type="dcterms:W3CDTF">2026-10-04T01:13:12Z</dcterms:created>
  <dcterms:modified xsi:type="dcterms:W3CDTF">2026-10-04T01:13:12Z</dcterms:modified>
</cp:coreProperties>
</file>